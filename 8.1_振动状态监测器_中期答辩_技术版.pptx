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开场：这次汇报不讲项目背景和分工，直接讲技术。四部分分别是系统与指标、信号处理与判定、硬件与固件、测试与数据，每人一段。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先交代被测对象：一台 92 mm 的 5 V 风机，实测转速比铭牌高 21%，这对后面的基频带选择有影响。传感器两路，加一张 SD 卡。架构上最要紧的一点：判定在设备端做，只上传特征值。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这张表是全部技术指标的汇总，后面各部分会逐项讲怎么得到的。请注意最后一行：断网 5 条全部补发，时间戳仍在原测量时刻，这是设计的结果不是巧合。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这三个参数不是拍脑袋定的。采样率按 4 倍 Nyquist，帧长在分辨率与实时性之间折中，量程按实测峰值留余量。定时用 micros() 绝对对齐，这是 −0.03% 精度的来源。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这一页是整个信号处理里最关键的一处修正。最初直接用整段时域求 RMS，静止时居然有 0.05 g，跟手册差 10 倍。查下来是桌面在动。改成频域带限积分就对了。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阈值不是写死的。同一台风扇换个安装状态就能差 3.7 倍，固定阈值一定出问题。所以用自学习，并且加了一条保护：学到的基线太小就拒绝，防止停机时学到错误基线。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硬件这一页只讲接口。三组总线互不冲突，接线图上标得很清楚。要特别提醒一句：SD 模块必须接 5 V，接 3.3 V 是不工作的。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固件这边讲三件事：主循环顺序、四个可靠性机制、以及降级设计。核心思想是「先测量后联网」，网络问题不能影响采样。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这三个问题都是实现中真实遇到的，也都解决了。第二个和第三个属于「文档与实现不一致」，经验是：关键判据要直读底层寄存器，第三方封装不能全信。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标定分两个通道。振动做了四项自洽性检查，温度做了稳定性/响应/恢复三项。重点是温度的时间常数约 30 秒，这直接决定了温度报警不能用秒级迟滞。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不平衡实验是本项目的核心验证。三级工况，每档 6 到 7 帧。右边频谱图三条曲线在 33 Hz 附近依次抬升，谐波同步上升——这是不平衡的典型谱特征。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堵塞实验的结论和直觉相反：堵塞越严重，振动越小。因为气动激励减弱了。所以单看 RMS 会把这种劣化误判成「状态改善」。真正单调的是温度、1× 峰值、转频。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这一页是这次项目最有价值的发现，也是一次误判的记录。第一次按压传感器，结论指向「胶松了」，但重贴后反而更差。第二次改为按压底座才定位到真正原因：风扇在跳。支撑刚度影响 3.7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最后如实交代局限。最要紧的两条：一是电流通道没做，题目要求的三类量只做了两类；二是温度还没进判定，只做展示。下一步第一优先级就是把温度做成复合判据。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收尾一句话：这套系统的技术价值在于把两类方向相反的故障分开，靠的是带限 RMS、自学习阈值和时间戳一致的补发。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利莫瑞克大学 × LICHPU　工业评估（15 ECTS）· 主题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60704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 8.1　振动状态监测器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中期答辩 · 技术版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60704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本次汇报只讲技术内容，分四部分由四位成员分别主讲：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第一部分　系统与技术指标　——　成员 A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8E44AD"/>
                </a:solidFill>
                <a:latin typeface="Microsoft YaHei"/>
                <a:ea typeface="Microsoft YaHei"/>
                <a:cs typeface="Microsoft YaHei"/>
              </a:rPr>
              <a:t>第二部分　信号处理与判定　——　成员 B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F8A8A"/>
                </a:solidFill>
                <a:latin typeface="Microsoft YaHei"/>
                <a:ea typeface="Microsoft YaHei"/>
                <a:cs typeface="Microsoft YaHei"/>
              </a:rPr>
              <a:t>第三部分　硬件与固件实现　——　成员 C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第四部分　测试与数据分析　——　成员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小组成员：成员 A ／ 成员 B ／ 成员 C ／ 成员 D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答辩日期：2026 年 11 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956048"/>
            <a:ext cx="10515600" cy="1905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系统与技术指标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监测对象与系统构成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5806440" cy="4480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被测对象：直流无刷风机 YD9225HSL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DC 5 V / 0.20 A，92×92×25 mm，7 叶片，转子约 90 g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实测转速 2050 ~ 2120 RPM → 转频 34 ~ 35 Hz（铭牌标 1700 RPM）</a:t>
            </a: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传感与执行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MPU6050：三轴加速度，I²C，0x68，±4 g，DLPF 256 Hz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DS18B20：被测体表面温度，1-Wire，12 位（0.0625 ℃）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microSD：本地记录，SPI</a:t>
            </a:r>
          </a:p>
          <a:p>
            <a:pPr algn="l">
              <a:spcAft>
                <a:spcPts val="5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三层结构</a:t>
            </a:r>
          </a:p>
          <a:p>
            <a:pPr algn="l" lvl="1">
              <a:spcAft>
                <a:spcPts val="5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传感层 → 边缘层（ESP32）→ 服务层（Node-RED + SQLite）</a:t>
            </a:r>
          </a:p>
          <a:p>
            <a:pPr algn="l" lvl="1">
              <a:spcAft>
                <a:spcPts val="500"/>
              </a:spcAft>
            </a:pPr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· 判定在边缘完成：只上传特征值，约 180 字节/条，不上传原始波形</a:t>
            </a:r>
          </a:p>
        </p:txBody>
      </p:sp>
      <p:pic>
        <p:nvPicPr>
          <p:cNvPr id="7" name="Picture 6" descr="setup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279" y="1133856"/>
            <a:ext cx="322200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37960" y="5623560"/>
            <a:ext cx="51206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实测装置：风机 + MPU6050 + DS18B20 + 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系统与技术指标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技术指标：设计判据与实测值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97280"/>
          <a:ext cx="11155677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908"/>
                <a:gridCol w="2900476"/>
                <a:gridCol w="3346703"/>
                <a:gridCol w="312359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设计值 / 判据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实测结果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采样率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kSPS，误差 ≤ 0.5 %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999.7 Hz，误差 −0.03 %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优于判据 16 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频率分辨率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Δf = fs / N ≤ 1 Hz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0.977 Hz（N = 1024）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量程与灵敏度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±4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8192 LSB/g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 g 配重时峰值 3.2 g 不削顶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带内噪声底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0.0053 g（10~260 Hz）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与手册推算同量级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重力模长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1.000 ± 0.2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0.991 ~ 1.002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 ≤ 0.9 %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报警响应时间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10 s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 s（3 帧 × 2 s）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上报周期 / 报文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5 s / ≤ 512 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s / 约 180 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达成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断网数据完整性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零丢失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5/5 补发，时间戳偏差 0 s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达成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102352"/>
            <a:ext cx="11155680" cy="411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说明：精度与时延类指标一律取多次测量的最大值（最差情况），不取平均值。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信号处理与判定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采样参数是怎么定下来的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576072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① 采样率 fs = 1 kHz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分析带宽取 10 ~ 260 Hz（低于 10 Hz 是整体运动，高于 260 Hz 超出小型风机激励范围）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Nyquist 要求 ≥ 520 Hz；取 1 kHz 留约 4 倍余量，并让 DLPF 256 Hz 的过渡带落在带宽外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② 帧长 N = 1024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Δf = fs / N = 0.977 Hz；帧长 1.024 s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再长 → 分辨率更高但报警迟钝；再短 → 1× 与相邻谐波分不开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实测转频 34 Hz，相邻谐波间隔也是 34 Hz，0.977 Hz 足够区分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③ 量程 ±4 g</a:t>
            </a:r>
          </a:p>
          <a:p>
            <a:pPr algn="l" lvl="1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0.7 g 配重实测峰值 3.2 g：±2 g 会削顶，±8 g 分辨率减半</a:t>
            </a:r>
          </a:p>
        </p:txBody>
      </p:sp>
      <p:sp>
        <p:nvSpPr>
          <p:cNvPr id="7" name="Rectangle 6"/>
          <p:cNvSpPr/>
          <p:nvPr/>
        </p:nvSpPr>
        <p:spPr>
          <a:xfrm>
            <a:off x="6446520" y="1179575"/>
            <a:ext cx="5257800" cy="27432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6248" y="1252728"/>
            <a:ext cx="5038344" cy="2596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// 采样定时：绝对时刻对齐，误差不随时间累积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uint32_t next = micros();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for (uint16_t i = 0; i &lt; N; i++) {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while ((int32_t)(micros() - next) &lt; 0) { }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next += 1000;                 // 严格 1 ms 步进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mpu.getAcceleration(&amp;ax, &amp;ay, &amp;az);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}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// 实测：1024 点耗时 1023 ms → 999.7 Hz（−0.03 %）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4105656"/>
            <a:ext cx="525780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为什么不用 delay(1)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delay() 每次都会叠加调度误差，累积 1024 次后可达数十毫秒；用 micros() 对齐绝对时刻，只用「等到该采的时刻」，累计误差不增长。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信号处理与判定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为什么必须带限计算 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471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这是本项目在实现中修正的一个设计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2144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580644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模块静止时，时域 RMS 仍有 0.05 g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按传感器噪声密度推算应只有 0.006 g，相差约 10 倍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设备并非绝对静止——桌面因人员走动、建筑振动而轻微运动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这些 &lt; 10 Hz 的低频成分与「设备自身振动」完全是两回事，却被算进了 RMS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修正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先 FFT，再在幅度谱上按 Parseval 定理只累加 10 ~ 260 Hz 的能量</a:t>
            </a:r>
          </a:p>
          <a:p>
            <a:pPr algn="l" lvl="1">
              <a:spcAft>
                <a:spcPts val="400"/>
              </a:spcAft>
            </a:pPr>
            <a:r>
              <a:rPr sz="125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· 静止读数 0.0053 g（与手册一致）；运转读数 0.0574 g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>
            <a:pPr algn="l" lvl="1"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· 「看起来最朴素的 RMS」也必须先明确要统计什么频段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527048"/>
            <a:ext cx="5212080" cy="292608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600200"/>
            <a:ext cx="4992624" cy="277977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RMS_band = sqrt( Σ_{f∈[10,260]Hz} A_k² / 2 )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A_k：Hann 窗修正后的单边幅度谱峰值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Hann 窗相干增益 0.5 → 单边幅度需乘 2 修正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对比（模块静置）：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时域 RMS（全带）      0.050 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带限 RMS（10~260 Hz） 0.0053 g   ← 与手册一致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  运转时带限 RMS        0.0574 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636008"/>
            <a:ext cx="5212080" cy="11887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对判定的影响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若用全带 RMS，静止与运转只差约 10 倍，阈值与噪声底混在一起；带限后两者相差约 11 倍但噪声底更可信，正常/注意/报警三档才分得开。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信号处理与判定 · 成员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状态判定：自学习基线 + 迟滞 + 下限保护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576072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为什么不用固定阈值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实测：同一台风扇在不同安装状态下，振动水平相差 3.7 倍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任何固定阈值都必然在某些场合误报或漏报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因此改为基线自学习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上电采 15 帧（约 16 s）→ 得 μ、σ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注意阈值 = μ + 3σ；报警阈值 = μ + 6σ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迟滞：升级需连续 3 帧确认，降级需 5 帧（约 6 s / 10 s）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下限保护（来自一次真实教训）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自学习时若风扇恰在停转，学到的 μ 仅 0.0053 g，推算阈值约 0.008 g</a:t>
            </a:r>
          </a:p>
          <a:p>
            <a:pPr algn="l" lvl="1">
              <a:spcAft>
                <a:spcPts val="400"/>
              </a:spcAft>
            </a:pPr>
            <a:r>
              <a:rPr sz="125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· → 设备一启动就误报。故规定：μ &lt; 0.010 g 时拒绝该基线，状态置 uncalibrated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37960" y="1271016"/>
          <a:ext cx="5166358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9908"/>
                <a:gridCol w="878281"/>
                <a:gridCol w="878281"/>
                <a:gridCol w="929944"/>
                <a:gridCol w="92994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自学习结果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注意阈值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报警阈值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第一次（固定较紧）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0.0526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0.0079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0.0763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0.1000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第二次（支撑偏软）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0.0942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0.0112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0.1279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0.1676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37960" y="2734056"/>
            <a:ext cx="5166360" cy="23774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自学习确实起了自适应作用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两次 μ 相差近 1.8 倍，阈值随之上移。若用固定阈值 0.100 g，第二场的正常运转就会被判为报警——这正是自学习的必要性。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判定效果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加 0.35 g 配重后 RMS 1.47 g（报警阈值的 14.7 倍），0.70 g 时 2.68 g（26.8 倍），三档被干净分开，迟滞也无抖动。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硬件与固件实现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硬件接口与引脚分配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97280"/>
          <a:ext cx="1115567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351"/>
                <a:gridCol w="1784908"/>
                <a:gridCol w="2454249"/>
                <a:gridCol w="2565806"/>
                <a:gridCol w="2677363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外设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信号线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速率 / 分辨率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备注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MPU6050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I²C 400 kHz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SDA=21, SCL=22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ms / 8192 LSB/g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 0x68（AD0 悬空）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DS18B20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1-Wire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DQ=5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s / 0.0625 ℃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板载 4.7 kΩ 上拉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microSD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/ 19 / 23 / 13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每帧一行 CSV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VCC 必须 5 V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MQTT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TCP 1883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Wi-Fi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s / 约 180 B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QoS 1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916935"/>
            <a:ext cx="5120640" cy="21945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接口设计要点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三组接口互不冲突：I²C 占 21/22，单总线占 5，SPI 占 18/19/23/13。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SD 模块的 VCC 必须接 5 V：板载稳压芯片压差不足，接 3.3 V 时模块不工作（这是实测踩到的坑）。</a:t>
            </a:r>
          </a:p>
        </p:txBody>
      </p:sp>
      <p:pic>
        <p:nvPicPr>
          <p:cNvPr id="8" name="Picture 7" descr="figS_wi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095" y="2825496"/>
            <a:ext cx="4317129" cy="2651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硬件与固件实现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固件结构与三个可靠性机制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576072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主循环结构：先测量，后联网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每轮先完成采样 → FFT → 特征 → 判定，把结果存入环形缓冲，再处理网络</a:t>
            </a:r>
          </a:p>
          <a:p>
            <a:pPr algn="l" lvl="1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这样即使 MQTT 重连阻塞数秒，也不会漏掉本周期的采样点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191256"/>
          <a:ext cx="1115567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465"/>
                <a:gridCol w="5131612"/>
                <a:gridCol w="412760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机制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解决的问题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环形缓冲 + 补发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 条环形缓冲（约 2 min），恢复后按序补发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网络中断期间数据不丢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NTP 时间戳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报文 ts 取测量时刻，不取发送时刻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补发数据仍落在正确的时间位置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 本地记录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每帧追加一行并 flush；报警瞬间另存 1024 点波形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掉电最多丢 1 条；报警可事后做频谱诊断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基线下限保护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自学习 μ &lt; 0.010 g 时拒绝基线，置 uncalibrated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停机时学到错误基线导致误报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385816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四个机制互相独立：任一环节失效时系统降级而不断链——例如 SD 卡故障只关闭本地记录，联网上报不受影响。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硬件与固件实现 · 成员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实现中解决的三个技术问题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1F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133856"/>
            <a:ext cx="73152" cy="141732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33856"/>
            <a:ext cx="1097280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① I²C 在 1 kHz 采样下偶发丢帧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现象：连续采样 100 帧，偶有无效帧，数据不连续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定位：1 ms 周期内读 14 字节（含温度）超出 I²C 时间开销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处理：I²C 提至 400 kHz，且只读 6 字节加速度（温度另开 2 s 周期）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结果：丢帧率降到 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706624"/>
            <a:ext cx="73152" cy="141732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06624"/>
            <a:ext cx="1097280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② arduinoFFT 2.0.4 API 与 1.x 教程不同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现象：照抄 1.x 写法直接编译失败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原因：2.x 改为模板类 ArduinoFFT&lt;T&gt;，方法名全小写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处理：ArduinoFFT&lt;double&gt; FFT(...)；windowing(FFTWindow::Hann, ...)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结果：编译通过，频谱与预期一致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79392"/>
            <a:ext cx="73152" cy="1417320"/>
          </a:xfrm>
          <a:prstGeom prst="rect">
            <a:avLst/>
          </a:prstGeom>
          <a:solidFill>
            <a:srgbClr val="378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79392"/>
            <a:ext cx="10972800" cy="1417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③ 库对 WHO_AM_I 做了归一化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现象：getDeviceID() 返回 0x34 而非手册的 0x68，疑似假芯片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原因：该库取 &gt;&gt;1 后的低 6 位，寄存器原值确为 0x68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处理：自检程序同时读 0x75 原始值与库返回值，两者都核对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结果：确认为原厂器件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测试与数据分析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传感器标定与验证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97280"/>
          <a:ext cx="11155677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2454"/>
                <a:gridCol w="1450238"/>
                <a:gridCol w="3346703"/>
                <a:gridCol w="3123590"/>
                <a:gridCol w="2342692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通道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实测结果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器件身份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直读 0x75 寄存器原始值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0x68（库归一化返回 0x34）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原厂器件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重力模长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静止读三轴合成模长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0.991 ~ 1.002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偏差 ≤ 0.9 %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噪声底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 点 × 多帧，带限 RMS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0.0053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与推算同量级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采样率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实测帧时长反算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999.7 Hz（−0.03 %）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优于判据 16 倍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稳定性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静置 90 s，连续读数 53 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极差 0.25 ℃，噪声 &lt; 1 LSB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成段恒定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响应性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手指握持探头 30 s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+3.25 ℃，τ ≈ 25~30 s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一阶热响应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恢复性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松开后 100 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−4.50 ℃，无迟滞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34256"/>
            <a:ext cx="111556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温度响应曲线的设计含义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每 4 秒升温量依次为 +0.81、+0.56、+0.50、+0.38、+0.31、+0.25、+0.19 ℃，速率单调递减 → 典型一阶响应，τ ≈ 25~30 s。结论：温度报警必须设分钟级确认延时，不能照搬振动通道的秒级迟滞，否则手碰一下探头就会误报。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测试与数据分析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故障实验一：转子不平衡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471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单片扇叶贴蓝丁胶配重，距轴心约 35 mm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2144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35024"/>
          <a:ext cx="58064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30"/>
                <a:gridCol w="929030"/>
                <a:gridCol w="1567738"/>
                <a:gridCol w="1509674"/>
                <a:gridCol w="870965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配重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带内 RMS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 峰值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峰值频率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基准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0.0574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0.0292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32.2 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轻微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0.35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1.4723 g（+25.7 倍）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1.6605 g（+56.9 倍）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 Hz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明显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0.70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2.6816 g（+46.7 倍）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2.8015 g（+95.9 倍）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31.2 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852928"/>
            <a:ext cx="5806440" cy="2651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灵敏度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0.35 g 仅占转子质量（约 90 g）的 0.4 %，却使 RMS 上升 25.7 倍、1× 峰值上升 56.9 倍。基准工况的带内 RMS 已是噪声底的约 10 倍，加配重后拉大到约 270 倍，轻微劣化也在可检测范围内。</a:t>
            </a:r>
          </a:p>
          <a:p>
            <a:pPr algn="l">
              <a:spcAft>
                <a:spcPts val="300"/>
              </a:spcAft>
            </a:pPr>
            <a:r>
              <a:rPr sz="1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亚线性与共振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配重加倍只带来 1.82 倍响应。用 F = m·r·ω² 校核：0.35 g 在 35 mm、32 Hz 下约 0.49 N，对应刚体加速度 0.56 g，而实测峰值 1.66 g，放大倍数 Q ≈ 3.7 —— 系统工作在共振区附近，响应被阻尼压制。</a:t>
            </a:r>
          </a:p>
        </p:txBody>
      </p:sp>
      <p:pic>
        <p:nvPicPr>
          <p:cNvPr id="9" name="Picture 8" descr="spectra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666238"/>
            <a:ext cx="5257800" cy="19278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测试与数据分析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故障实验二：风道堵塞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86384"/>
            <a:ext cx="112471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硬纸板遮挡进风面，每组稳定 5 min 后采集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52144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35024"/>
          <a:ext cx="1004011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4011"/>
                <a:gridCol w="1004011"/>
                <a:gridCol w="2231136"/>
                <a:gridCol w="2231136"/>
                <a:gridCol w="2342692"/>
                <a:gridCol w="122712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工况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遮挡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表面温度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振动 RMS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 峰值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转频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 正常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24.05 ℃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0.0867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0.0773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34.5 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 中度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50 %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24.67 ℃（+0.62）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0.0589 g（−32 %）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0.0487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34.2 Hz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 重度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24.85 ℃（+0.80）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0.0605 g（−30 %）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0.0242 g（−69 %）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31.5 Hz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2990088"/>
            <a:ext cx="534924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振动反而下降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风扇振动包含机械与气动两部分。堵塞使风量减少、气动激励减弱，总振动随之下降；同时电机负载增大导致转速下降（34.5 → 31.5 Hz），散热变差导致温度上升。</a:t>
            </a:r>
          </a:p>
          <a:p>
            <a:pPr algn="l">
              <a:spcAft>
                <a:spcPts val="400"/>
              </a:spcAft>
            </a:pPr>
            <a:r>
              <a:rPr sz="145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单以 RMS 作判据不可靠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RMS 在 50 % 与 80 % 之间几乎不变（0.0589 与 0.0605），不随堵塞程度单调变化。真正单调的是温度、1× 峰值与转频三项。</a:t>
            </a:r>
          </a:p>
        </p:txBody>
      </p:sp>
      <p:pic>
        <p:nvPicPr>
          <p:cNvPr id="9" name="Picture 8" descr="blockage_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229" y="2990088"/>
            <a:ext cx="414690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测试与数据分析 · 成员 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关键技术发现：支撑刚度的影响达 3.7 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078992"/>
          <a:ext cx="11155676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351"/>
                <a:gridCol w="2454249"/>
                <a:gridCol w="2008022"/>
                <a:gridCol w="1673351"/>
                <a:gridCol w="3346703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1× 峰值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带内 RMS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峰值 / RMS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固定良好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0.042 ~ 0.062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0.0556 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 1.0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能量集中在 1× 附近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风扇晃动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0.066 ~ 0.079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0.1966 g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0.36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额外能量分布在非 1× 频段</a:t>
                      </a:r>
                    </a:p>
                  </a:txBody>
                  <a:tcPr marL="63500" marR="635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551176"/>
            <a:ext cx="548640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  <a:p>
            <a:pPr algn="l" lvl="1">
              <a:spcAft>
                <a:spcPts val="30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同一台风扇、同一转速，RMS 出现 0.055 g 与 0.207 g 两种水平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第一次判断（错误）</a:t>
            </a:r>
          </a:p>
          <a:p>
            <a:pPr algn="l" lvl="1">
              <a:spcAft>
                <a:spcPts val="30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按压传感器模块 → RMS 降 57 %，以为胶带松了</a:t>
            </a:r>
          </a:p>
          <a:p>
            <a:pPr algn="l" lvl="1">
              <a:spcAft>
                <a:spcPts val="30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重新粘贴后反而升到 0.207 g —— 按压时手指同时给整个结构加了阻尼，两个变量混淆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第二次判断（正确）</a:t>
            </a:r>
          </a:p>
          <a:p>
            <a:pPr algn="l" lvl="1">
              <a:spcAft>
                <a:spcPts val="30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改为按压风扇底座，手指远离传感器 → RMS 降到 0.0556 g（−73 %）</a:t>
            </a:r>
          </a:p>
          <a:p>
            <a:pPr algn="l" lvl="1">
              <a:spcAft>
                <a:spcPts val="300"/>
              </a:spcAft>
            </a:pPr>
            <a:r>
              <a:rPr sz="115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· 结论：不是传感器松了，而是风扇整体在桌面上跳动，刚体运动被一并测到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551176"/>
            <a:ext cx="5440680" cy="3108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可用的在线判别指标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把「1× 峰值 / 带内 RMS」作为辅助诊断量：比值 ≈ 1.0 表示能量集中在转频、测量可信；比值显著小于 1 说明叠加了刚体运动，当前数据不可用于判故障。</a:t>
            </a:r>
          </a:p>
          <a:p>
            <a:pPr algn="l">
              <a:spcAft>
                <a:spcPts val="400"/>
              </a:spcAft>
            </a:pPr>
            <a:r>
              <a:rPr sz="14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支撑刚度对振动测量的影响（3.7 倍）远大于传感器粘接质量。根本原因是传感器无法区分「设备自身的结构振动」与「设备整体的刚体运动」——这也是工业标准要求振动测量必须相对于刚性基础进行的原因。</a:t>
            </a:r>
          </a:p>
          <a:p>
            <a:pPr algn="l">
              <a:spcAft>
                <a:spcPts val="0"/>
              </a:spcAft>
            </a:pPr>
            <a:r>
              <a:rPr sz="12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方法论：怀疑某个因素时，应设计只改变该因素的实验；若两个变量同时被改变，即便结果符合预期也不能作为证据。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10896"/>
            <a:ext cx="2514600" cy="38404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5400" rIns="25400"/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系统与技术指标 · 成员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237744"/>
            <a:ext cx="85953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技术局限与下一步工作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152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88136"/>
            <a:ext cx="548640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55A11"/>
                </a:solidFill>
                <a:latin typeface="Microsoft YaHei"/>
                <a:ea typeface="Microsoft YaHei"/>
                <a:cs typeface="Microsoft YaHei"/>
              </a:rPr>
              <a:t>当前技术局限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单一测点、单轴分析（三轴取能量最强轴），无法做相位分析或故障定位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无转速传感器，转频靠频谱推断；Δf = 0.977 Hz 限制了转速变化的观测精度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温度未做绝对标定（缺 0 ℃ 一级参考点），精度依赖出厂 ±0.5 ℃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电流通道未实现，题目要求的三类量只做了两类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未做长时间误报率统计，目前仅累计数小时运行记录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· 温度尚未纳入判定，只做展示与记录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088136"/>
            <a:ext cx="5440680" cy="43891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378A3E"/>
                </a:solidFill>
                <a:latin typeface="Microsoft YaHei"/>
                <a:ea typeface="Microsoft YaHei"/>
                <a:cs typeface="Microsoft YaHei"/>
              </a:rPr>
              <a:t>下一步（按优先级）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1. 复合判据写入固件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　实现「温度升 + 振动降 → 气动故障」与「振动显著上升 → 机械故障」的分支判断；温度单独设分钟级延时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2. 长时间运行与误报率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　连续运行 24 h 以上，统计三态分布与误报次数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3. 温度绝对标定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　用冰水混合物（0 ℃）作一级参考点，必要时做线性修正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4. 转速测量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　增加转速传感器或加长帧提高分辨率，以便做阶次分析</a:t>
            </a:r>
          </a:p>
          <a:p>
            <a:pPr>
              <a:spcAft>
                <a:spcPts val="700"/>
              </a:spcAft>
            </a:pPr>
            <a:r>
              <a:rPr sz="135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5. 补充故障类型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  <a:cs typeface="Microsoft YaHei"/>
              </a:rPr>
              <a:t>　　轴承损伤、松动、不对中的特征数据，尝试分类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772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A6A6A6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技术结论</a:t>
            </a:r>
          </a:p>
          <a:p>
            <a:pPr algn="l"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双通道 + 边缘判定，可以把两类方向相反的故障分开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关键是：带限 RMS、自学习阈值、以及时间戳一致的补发机制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977639"/>
            <a:ext cx="5943600" cy="15240"/>
          </a:xfrm>
          <a:prstGeom prst="rect">
            <a:avLst/>
          </a:prstGeom>
          <a:solidFill>
            <a:srgbClr val="BFD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20624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谢谢，欢迎提问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小组成员：成员 A ／ 成员 B ／ 成员 C ／ 成员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